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Say: this demo shows how an employee orders a rental car in ServiceNow and how the approval, task assignment and email happen automatically. About 8 minutes: problem, solution, live walkthrough, business rule, test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in one minute. Employees ask for cars by email or phone, details are missing, approvals are chased by hand, and when a car is not available there is no formal record. The project replaces this with one structured process inside ServiceNow.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entirely ServiceNow native: a Service Catalog item with seven variables, a Flow Designer flow with five actions, a Transport Team group that gets the task, and one Business Rule. No separate application or database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1: the user orders the catalog item. 2: the flow asks for approval. 3: an If condition checks that the approval state is Approved. 4: a catalog task is created for the Transport Team. 5: the flow reads the catalog variables and sends the approval email. Next, show each step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1. Open the Car Rental Request item in the Service Catalog (Try It). Enter the requestor, requested date, pickup location, drop location, duration, car type and reason. In our test: pickup Visakhapatnam, drop Jonnada, duration 1 hour, car type Fortuner, reason family function. Click Order Now. ServiceNow confirms the submission and shows the request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catalog item record. On the Process Engine tab the Flow field points to Car Rental Req, so every order starts the flow. In the Variables list: Requestor (reference to user), Requested Date, Pickup Location, Drop Location, Duration, Car Type and Reason (multi-line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Car Rental Req flow. The trigger is Service Catalog. Action 1 is Ask For Approval: record is the requested item, table sc_req_item, approval field Approval, journal field Approval history, rule Approve when anyone approves. Action 2 is an If condition labelled If Approve that checks the approval state is Approved. Everything after it runs only after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then branch, action 3 creates a catalog task in sc_task with assignment group Transport Team and the description Verify This Item And Assign To A Person Who Manages. Action 4 gets the catalog variables from Car Rental Request: requestor, requested date, pickup, drop, duration, car type and reason, so the next action can use the requester’s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5 is Send Email. The To field uses the email of the requestor taken from the Get Catalog Variables step. The subject is Your car Request is approved and the body says that the car rental request is approved. In the flow execution, this action shows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Approvals list (or the Approvers tab on the requested item) and approve the request. The screenshot shows the approval for RITM0010003 in the Approved state, approved by the approver account with the date and time recorded. Once approved, the flow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Test in Flow Designer and open the execution details. Left: the test ran before the approval was granted. Ask For Approval completed, the If condition was evaluated as False, so Create Catalog Task, Get Catalog Variables and Send Email were Not Run. Right: after approval the If condition was evaluated as True and all five actions show Completed. This proves the approval gate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requested item RITM0010001 to show the final status. Stage is Request Approved and State is Closed Complete. The variables section keeps what the user entered: requestor Abel Tuter, requested date 2026-10-21, pickup Visakhapatnam, drop Jonnada, duration 1 hour, car type Fortuner and reason family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Business Rule. It is active on Requested Item, runs after insert and update with order 100, and is Advanced. The script checks current.state == 3, then creates an incident with short description Car unavailable for request plus the RITM number, and a description that gives the requested date from the catalog variable. The rule is saved in the Default update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of the Business Rule. Left: the activity log shows the state of RITM0010001 changed from Open to Closed Complete. Right: searching the incident list for car shows INC0010003, Car unavailable for request: RITM0010001, state New, created at the same time. This confirms the rule works. Mention the limit: state 3 is also the normal successful close, so production should use a dedicated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evidence. Each row corresponds to a screenshot in the demo. Be upfront about what is not covered: there is no rejection test and no screenshot of the delivered email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limits. The Business Rule uses state 3, which is also the normal success state, so a production version should use a dedicated condition such as Closed Incomplete or a field that marks unavailability. The flow has no rejected branch. Fields are free text. Next steps: a Car Inventory table with an availability check, a rejected branch with notification, manager-based approval, and an SLA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one-sentence summary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 ServiceNow • Service Catalog • Flow Designer Car Rental Request Automation Project demonstration: from catalog order to approved request Vamsi Bhavirisetti • Individual projec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The problem Car rentals still run on email, calls and spreadsheets  Incomplete requests Pickup, drop, duration or car type goes missing and someone has to ask again.  Manual approvals Managers are chased by message and the requester never sees the status.  No record of failures When no car is available, nothing is logged for follow-up.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The solution One catalog form and one automated flow, built on ServiceNow 7 Form variables Requestor, date, pickup, drop, duration, car type, reason 5 Flow actions Approval, condition, task, variables, email 1 Transport Team Receives the fulfillment task after approval 1 Business Rule Logs an incident when a car is unavailable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How it works From order to approved request in five steps 1 Order User submits the Car Rental Request 2 Approval Ask For Approval on the requested item 3 Condition If the state is Approved, continue 4 Task Catalog task for the Transport Team 5 Email Approval message to the requester Get Catalog Variables runs before the email and supplies the requester’s address.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Demo • Step 1 Order the car from the Service Catalog Fill the seven fields, then click Order Now. Confirmation with the request number (REQ0010002).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Behind the form Catalog item, variables and the linked flow Process Engine tab: Flow is set to Car Rental Req. Seven variables, ordered 100 to 700.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Demo • Step 2 The flow asks for approval Trigger: Service Catalog Ask For Approval on the requested item Rule: Approve when anyone approves If Approve: continue only when the state is Approved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Demo • Step 3 After approval: task and variables Create Catalog Task: assignment group Transport Team. Get Catalog Variables: all seven variables selected.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Demo • Step 4 The requester gets an email Target: the requested item To: email of the requestor Subject: Your car Request is approved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Demo • Step 5 The approver approves Approval record is created for the requested item State changes to Approved The flow condition then turns true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Flow execution details Before approval versus after approval Before: condition is False, three actions are Not Run. After: condition is True, all five actions Completed.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Demo • Result The user checks the request Item: Car Rental Request Stage: Request Approved State: Closed Complete All seven values are stored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Business Rule Create Incident if Car Unavailable Table sc_req_item, after insert and update, order 100. Script: if state is 3, insert an incident for the request.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Business Rule test Closing the item creates an incident 1. State of RITM0010001 set to Closed Complete. 2. INC0010003 appears in the Incident list.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Test results Every step was verified in the instance Test Evidence Result Order submitted Confirmation with REQ0010002 Verified Flow linked to item Process Engine: Car Rental Req Verified Approval gate Condition False before approval Verified Approved path Condition True, five actions Completed Verified Approval record RITM0010003 in Approved state Verified Final status Request Approved, Closed Complete Verified Business Rule Incident INC0010003 created Verified Not covered yet: a rejection test and a screenshot of the delivered emai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Looking ahead Known limits and next steps Known limits State 3 is also a normal successful close, so it can raise a false incident No rejected branch: a rejected requester gets no email Locations and car type are free text Next steps Car Inventory table and availability check Rejected branch with a notification Manager approval and SLA dashboard Car Rental Request Automation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 Conclusion Thank you An employee orders a car, a manager approves, the Transport Team gets the task and the requester gets an email, all inside ServiceNow. Questions? • Vamsi Bhavirisett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Rental Request Automation – Demo</dc:title>
  <dc:subject/>
  <dc:creator/>
  <cp:lastModifiedBy/>
  <cp:revision>1</cp:revision>
  <dcterms:created xsi:type="dcterms:W3CDTF">2026-10-24T10:06:23Z</dcterms:created>
  <dcterms:modified xsi:type="dcterms:W3CDTF">2026-10-24T10:06:23Z</dcterms:modified>
</cp:coreProperties>
</file>